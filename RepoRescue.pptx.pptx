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22" Target="notesSlides/notesSlide7.xml" Type="http://schemas.openxmlformats.org/officeDocument/2006/relationships/notesSlide"/><Relationship Id="rId23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Backup slide for Q&amp;A. Linters diagnose but leave the repair work on busy maintainers. Generic LLMs can get YAML indentation or versions wrong; RepoRescue generates syntax-validated files deterministically. RepoRescue verifies the score improvement in memory before sending a cross-repository PR through the contributor's fork.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◈ RepoRescue Overview Problem Solution Pipeline Delivery Stack Proof ● open-source contribution readiness Repo Rescue From Broken to Merge-Ready: Turn hostile open-source repositories into contributor-ready magnets in 60 seconds. “Rescue the first...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◈ RepoRescue Overview Problem Solution Pipeline Delivery Stack Proof ● the problem · the 15-minute bounce rate 80% of open-source contributors bounce within their first 15 minutes. 01 Setup Paralysis Broken quickstarts, missing environment configs...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◈ RepoRescue Overview Problem Solution Pipeline Delivery Stack Proof ● the solution · readiness, not just reports From Static Scanners to Automated Remediation. Traditional scanners SonarQube · Snyk · GitHub Scorecards 50-page PDF reports and gian...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◈ RepoRescue Overview Problem Solution Pipeline Delivery Stack Proof ● the product journey · the 5-stage pipeline 60 Seconds from Public URL to Ready PR. 01 Scan Fetches tree and commits via GitHub REST API. No gigabyte clones. 02 Find 21 determin...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◈ RepoRescue Overview Problem Solution Pipeline Delivery Stack Proof ● the showcase feature · 1-click fork-and-PR Production-Grade Git Plumbing Under the Hood. Low-level Git objects Direct construction of Blobs, Tree SHAs and Commit SHAs over the...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◈ RepoRescue Overview Problem Solution Pipeline Delivery Stack Proof ● technical architecture and truth Deterministic Engine with Grounded AI Assistance. Documentation 25% Setup 25% Testing 20% Contribution 15% Hygiene 15% 01 21 deterministic rule...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◈ RepoRescue Overview Problem Solution Pipeline Delivery Stack Proof ● live proof and vision Real Results on Real Repositories. before +37 ➔ after benchmark repo beacon-api 47 ➔ 84 verified readiness 7 production-ready files 1 PR in under 4 second...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◈ RepoRescue Overview Problem Solution Pipeline Delivery Stack Proof Backup Why Existing Tools Don’t Solve Onboarding Friction Static scanners AI assistants Dependabot RepoRescue Audit scope Code quality and security linting Ad-hoc user prompt Out...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DAHZiRtdVys</dc:identifier>
  <dcterms:modified xsi:type="dcterms:W3CDTF">2011-08-01T06:04:30Z</dcterms:modified>
  <cp:revision>1</cp:revision>
  <dc:title>RepoRescue — Hackathon Pitch (2).pptx</dc:title>
</cp:coreProperties>
</file>